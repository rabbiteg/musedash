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8F9CF-25C5-C028-33FD-C8674379C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87A330-523F-8735-7B56-6F08C41ED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393D9-18C5-B7BD-165F-285BA2A9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2B415-7F81-928A-02CF-96B407CD8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376E6-231A-BC91-7890-FA53229C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6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945E9-A3F5-4231-5854-663E5E5E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0599EF-037E-8CC0-6126-46C7875F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AA503-5FB3-BB27-B5B5-A0E8B12C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26D1C-DE9E-933B-E9F3-C1350BD3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968E1-1D01-D979-503E-81729E7F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3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16D63-05B8-6181-8424-10780B6F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588913-B85B-0358-81DD-46E3B8CD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7B195D-21FF-8E10-425A-97AB2F1A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19D36-9CA1-8316-0FDC-4639A425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156BA2-5C2A-5EC5-18D3-73037925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BE3D6-12C3-437B-5F31-4FEB45C4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45385B-5304-E1CA-3ECA-ECDFAFF5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166551-7AD7-9669-C737-2C80461DD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5E9FB4-ADD8-C566-9D90-068040CB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AFC1C-7B96-C284-1A5B-D9CAE9DB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784FE9-EBE9-7CE9-8CA4-0220ADC3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97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034C5-1A82-2BC0-2F74-A26951A7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D6ED04-F203-2749-92E4-CA9FDDDDA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BCA05E-7CED-2DB7-B92D-15097C90A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AF48C9-00D2-7907-3D04-F9DF9EFAB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E1B034-0E0D-E768-9146-A4B24E04E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7F7967-7574-6B70-D806-040848E1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E47852-68DB-9310-D07A-2756D1BC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572441-E896-D4E0-9B3C-8FD09DFE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8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2F73F-A18B-7D5E-BF0E-D678E678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1124E1-DE6C-DC7D-CA8A-4C429BA7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7D450-DE35-6B31-0C76-A3E8EA21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50E582-D132-BF63-67E3-872ED67C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80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77BD11-FAEA-63EA-76EF-7743B841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9630F0-0583-5022-0A52-BCA6049C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849A74-58C8-B16D-CC5A-4F10C7C0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89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80A2D-2755-06E9-8B84-1A365020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C5D654-8BAC-9F76-868D-BC0A0E37C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D712B-DAF4-E96B-4534-6E8679AB2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5151C7-24C7-9E02-9F5F-235439EE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894F74-4905-2C59-5A02-3FF5587C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70AAD-D2D1-A66B-9233-A6F15E47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97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F3169-1DC6-952A-8F8F-9410D99B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0D0D61-C47E-F6F1-5783-79CC1D97D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AA395B-62A5-64B5-40BC-06281889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95DC11-7C04-546A-50FF-3D92267C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41CDCE-4E85-FA55-5762-F8F1B5F7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2F7360-9833-6ED9-7378-14C9A8B0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0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6CC37-B438-11DF-E299-7D371525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49E1E4-2F9E-E8FA-C8DC-67ED82204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33631-3AD4-D620-BCDF-9E23F34F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990E1-380F-A4A7-604B-43F56579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A3F461-78E0-7E59-EBC7-319E448B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26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F6884A-E29B-EDC0-236E-CC412413F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30F1BB-A4D0-8ACB-F7FF-924755073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6B17E6-3A14-40C4-D6EE-413B8A0F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418C07-4707-EDF4-421C-1E0E9239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7DDDF-7CD3-BA4D-E25B-E807675A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8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378024-70F0-44B9-4765-EBAF4059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DB1DD7-8073-AFA9-205B-D8FBA6A94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AE4CA-FFD8-336D-4AFE-64850CA5C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E4AD6-F857-4795-AC4D-FAD82920818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76D2F-EF71-F7A7-B85E-BBF296282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DADC1F-934F-2A38-C673-593338E0C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99144-8C19-4422-B1DC-69229C2A3E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23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8C21-B25D-C108-FE71-8E9C69AA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A82072BD-D110-EB5C-D012-AF82BB7E5334}"/>
              </a:ext>
            </a:extLst>
          </p:cNvPr>
          <p:cNvGrpSpPr/>
          <p:nvPr/>
        </p:nvGrpSpPr>
        <p:grpSpPr>
          <a:xfrm>
            <a:off x="0" y="147919"/>
            <a:ext cx="10188388" cy="733347"/>
            <a:chOff x="1026459" y="557573"/>
            <a:chExt cx="10188388" cy="73334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985D25A-9929-4862-8F70-45FCC1F552AC}"/>
                </a:ext>
              </a:extLst>
            </p:cNvPr>
            <p:cNvSpPr/>
            <p:nvPr/>
          </p:nvSpPr>
          <p:spPr>
            <a:xfrm>
              <a:off x="1026459" y="557573"/>
              <a:ext cx="10188388" cy="73334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 descr="图片包含 户外, 标牌&#10;&#10;已生成极高可信度的说明">
              <a:extLst>
                <a:ext uri="{FF2B5EF4-FFF2-40B4-BE49-F238E27FC236}">
                  <a16:creationId xmlns:a16="http://schemas.microsoft.com/office/drawing/2014/main" id="{EA82FCAA-971D-313D-0241-0BEC4AFD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55" t="15329" b="5033"/>
            <a:stretch/>
          </p:blipFill>
          <p:spPr>
            <a:xfrm>
              <a:off x="1026459" y="557574"/>
              <a:ext cx="748553" cy="733346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B19660D-3FE9-990C-C0A1-3A9BC75446B6}"/>
              </a:ext>
            </a:extLst>
          </p:cNvPr>
          <p:cNvSpPr txBox="1"/>
          <p:nvPr/>
        </p:nvSpPr>
        <p:spPr>
          <a:xfrm>
            <a:off x="783515" y="232462"/>
            <a:ext cx="4631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软件设计：音乐播放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C9E1F39-CFFE-1A82-0C51-69C17D3D9FE5}"/>
              </a:ext>
            </a:extLst>
          </p:cNvPr>
          <p:cNvSpPr txBox="1"/>
          <p:nvPr/>
        </p:nvSpPr>
        <p:spPr>
          <a:xfrm>
            <a:off x="555451" y="1196121"/>
            <a:ext cx="4465230" cy="54303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/>
                <a:cs typeface="Times New Roman"/>
              </a:rPr>
              <a:t>监听键盘，空格触发播放</a:t>
            </a:r>
            <a:endParaRPr lang="en-US" altLang="zh-CN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/>
                <a:cs typeface="Times New Roman"/>
              </a:rPr>
              <a:t>模块主接口 </a:t>
            </a:r>
            <a:r>
              <a:rPr lang="en-US" altLang="zh-CN" sz="2400" dirty="0" err="1">
                <a:latin typeface="Times New Roman"/>
                <a:cs typeface="Times New Roman"/>
              </a:rPr>
              <a:t>listen_and_play</a:t>
            </a:r>
            <a:r>
              <a:rPr lang="en-US" altLang="zh-CN" sz="2400" dirty="0">
                <a:latin typeface="Times New Roman"/>
                <a:cs typeface="Times New Roman"/>
              </a:rPr>
              <a:t>(</a:t>
            </a:r>
            <a:r>
              <a:rPr lang="en-US" altLang="zh-CN" sz="2400" dirty="0" err="1">
                <a:latin typeface="Times New Roman"/>
                <a:cs typeface="Times New Roman"/>
              </a:rPr>
              <a:t>chart_name</a:t>
            </a:r>
            <a:r>
              <a:rPr lang="en-US" altLang="zh-CN" sz="2400" dirty="0">
                <a:latin typeface="Times New Roman"/>
                <a:cs typeface="Times New Roman"/>
              </a:rPr>
              <a:t>)</a:t>
            </a: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/>
                <a:cs typeface="Times New Roman"/>
              </a:rPr>
              <a:t>输入</a:t>
            </a:r>
            <a:r>
              <a:rPr lang="zh-CN" altLang="en-US" sz="2400" dirty="0">
                <a:latin typeface="Times New Roman"/>
                <a:cs typeface="Times New Roman"/>
              </a:rPr>
              <a:t>：曲目名或谱面</a:t>
            </a:r>
            <a:r>
              <a:rPr lang="en-US" altLang="zh-CN" sz="2400" dirty="0">
                <a:latin typeface="Times New Roman"/>
                <a:cs typeface="Times New Roman"/>
              </a:rPr>
              <a:t>/</a:t>
            </a:r>
            <a:r>
              <a:rPr lang="zh-CN" altLang="en-US" sz="2400" dirty="0">
                <a:latin typeface="Times New Roman"/>
                <a:cs typeface="Times New Roman"/>
              </a:rPr>
              <a:t>音频路径</a:t>
            </a:r>
            <a:endParaRPr lang="en-US" altLang="zh-CN" sz="24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/>
                <a:cs typeface="Times New Roman"/>
              </a:rPr>
              <a:t>路径：直接查找路径</a:t>
            </a:r>
            <a:endParaRPr lang="en-US" altLang="zh-CN" sz="24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/>
                <a:cs typeface="Times New Roman"/>
              </a:rPr>
              <a:t>曲目名：按照路径 </a:t>
            </a:r>
            <a:r>
              <a:rPr lang="en-US" altLang="zh-CN" sz="2400" b="1" dirty="0">
                <a:latin typeface="Times New Roman"/>
                <a:cs typeface="Times New Roman"/>
              </a:rPr>
              <a:t>charts/&lt;</a:t>
            </a:r>
            <a:r>
              <a:rPr lang="zh-CN" altLang="en-US" sz="2400" b="1" dirty="0">
                <a:latin typeface="Times New Roman"/>
                <a:cs typeface="Times New Roman"/>
              </a:rPr>
              <a:t>曲目名</a:t>
            </a:r>
            <a:r>
              <a:rPr lang="en-US" altLang="zh-CN" sz="2400" b="1" dirty="0">
                <a:latin typeface="Times New Roman"/>
                <a:cs typeface="Times New Roman"/>
              </a:rPr>
              <a:t>&gt;/&lt;</a:t>
            </a:r>
            <a:r>
              <a:rPr lang="zh-CN" altLang="en-US" sz="2400" b="1" dirty="0">
                <a:latin typeface="Times New Roman"/>
                <a:cs typeface="Times New Roman"/>
              </a:rPr>
              <a:t>曲目名</a:t>
            </a:r>
            <a:r>
              <a:rPr lang="en-US" altLang="zh-CN" sz="2400" b="1" dirty="0">
                <a:latin typeface="Times New Roman"/>
                <a:cs typeface="Times New Roman"/>
              </a:rPr>
              <a:t>&gt;.mp3 </a:t>
            </a:r>
            <a:r>
              <a:rPr lang="zh-CN" altLang="en-US" sz="2400" dirty="0">
                <a:latin typeface="Times New Roman"/>
                <a:cs typeface="Times New Roman"/>
              </a:rPr>
              <a:t>查找，若不存在则退回播放默认节拍</a:t>
            </a:r>
            <a:endParaRPr lang="en-US" altLang="zh-CN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0B464660-AE17-ECBB-8431-F78B23B9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911" y="1592088"/>
            <a:ext cx="6480000" cy="1836912"/>
          </a:xfrm>
          <a:prstGeom prst="rect">
            <a:avLst/>
          </a:prstGeom>
        </p:spPr>
      </p:pic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78E796F9-C8FA-4ACE-5FCB-D3398A77A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911" y="3972637"/>
            <a:ext cx="6480000" cy="164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63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Adobe Gothic Std B</vt:lpstr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思思 孟</dc:creator>
  <cp:lastModifiedBy>思思 孟</cp:lastModifiedBy>
  <cp:revision>1</cp:revision>
  <dcterms:created xsi:type="dcterms:W3CDTF">2025-12-11T09:16:53Z</dcterms:created>
  <dcterms:modified xsi:type="dcterms:W3CDTF">2025-12-11T09:17:47Z</dcterms:modified>
</cp:coreProperties>
</file>